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60" r:id="rId6"/>
    <p:sldId id="261" r:id="rId7"/>
    <p:sldId id="258" r:id="rId8"/>
    <p:sldId id="262" r:id="rId9"/>
    <p:sldId id="265" r:id="rId10"/>
    <p:sldId id="266" r:id="rId11"/>
    <p:sldId id="267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795"/>
    <a:srgbClr val="2F3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%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2F3C7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Drawing</c:v>
                </c:pt>
                <c:pt idx="1">
                  <c:v>Music</c:v>
                </c:pt>
                <c:pt idx="2">
                  <c:v>Photography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78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06-4FB1-9425-D766400694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C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73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Hobby Matchmaker is a web platform that helps people discover hobbies that match their interests, skills, personality, available time and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platforms only provide general hobby lists. Hobby Matchmaker analyses user preferences and matches them with suitable hobbies. Six main objectives are shown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in three phases: register and set preferences, get matched by the algorithm and see scores, then explore hobby details, save favorites and start the hobby.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39D67-3FBE-95BD-B99A-7C882A03D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7B392-221A-0005-055C-7E69C7EC1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6C740-326A-C485-B815-38534A57F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in three phases: register and set preferences, get matched by the algorithm and see scores, then explore hobby details, save favorites and start the hobby.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8E505-860F-08CC-5A39-99B26DD05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55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questionnaire answers feed the matching algorithm, which calculates a match percentage for each hobby. The scores shown are examples: Drawing 92%, Music 78%, Photography 71%.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in HTML, CSS and JavaScript; backend in Python with Flask; database in MySQL. The admin panel lets administrators manage hobbies and users and see basic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core features: registration and login, a preference questionnaire, personalized matching, search and filter, hobby details, favorites, recommendation score, and an admin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audience,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1DD5-0C26-BDA6-44CA-2A965629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2657C-1B13-5683-A4F0-C1072F609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71C87-E458-30CB-7CC0-B62E5A5E8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audience, then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B5B0-05B6-A522-A5C0-186039F02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14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74C0-186B-DB8E-43F9-4DC38885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ECE7A-A189-1470-2891-049468532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E1F11-A7F8-5A3B-94FD-3A82324E5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audience, then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A136C-AD6F-DC57-A5F9-ABB8953A5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75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F263-EFDF-C050-7FB6-7BDEEA832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EC845-51C5-1245-0C38-20597699B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0DCF8-275E-EC99-4971-731D68EF0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core features: registration and login, a preference questionnaire, personalized matching, search and filter, hobby details, favorites, recommendation score, and an admin panel.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285C2-1600-FD1B-A49E-DA31905EB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31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1238-35AB-E5FE-4B20-3193BD98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B26C2-41ED-4558-E137-BBF0B3ADE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AB3F4-3D8A-3C18-4294-E2E95B90A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audience, then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E7A99-EEE6-2224-97DF-9240FBFE4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1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N Build'26 Gujarat Round Hackathon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Hobby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Matchmaker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Matchmaker for Aatmoday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3D4B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Bug Bunnies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</a:rPr>
              <a:t>Institution: Parul Institute of technology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67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Niyati Sojitra (Leader)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767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Patil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 Amritakumari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4114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Solanki Jatin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5486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809244"/>
            <a:ext cx="530352" cy="5303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89320" y="1874520"/>
            <a:ext cx="1051560" cy="10515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2135124"/>
            <a:ext cx="530352" cy="5303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89320" y="320040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3461004"/>
            <a:ext cx="530352" cy="5303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15200" y="868680"/>
            <a:ext cx="1051560" cy="10515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804" y="1129284"/>
            <a:ext cx="530352" cy="5303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15200" y="219456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804" y="2455164"/>
            <a:ext cx="530352" cy="53035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315200" y="35204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5804" y="3781044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</a:rPr>
              <a:t>Problem &amp; Proposed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3F4F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63173" y="2091690"/>
            <a:ext cx="2904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give general hobby lists, but no personalized recommendations.</a:t>
            </a:r>
            <a:r>
              <a:rPr lang="en-IN" sz="1200" dirty="0"/>
              <a:t> </a:t>
            </a:r>
            <a:r>
              <a:rPr lang="en-IN" sz="1200" dirty="0">
                <a:solidFill>
                  <a:srgbClr val="2F3C7E"/>
                </a:solidFill>
              </a:rPr>
              <a:t>Existing platforms provide general hobby lists but do not offer personalized recommendations. </a:t>
            </a:r>
            <a:endParaRPr lang="en-US" sz="1200" dirty="0">
              <a:solidFill>
                <a:srgbClr val="2F3C7E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775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>
                <a:solidFill>
                  <a:srgbClr val="2F3C7E"/>
                </a:solidFill>
              </a:rPr>
              <a:t>The Hobby Matchmaker aims to provide a simple system that </a:t>
            </a:r>
            <a:r>
              <a:rPr lang="en-IN" sz="1100" dirty="0" err="1">
                <a:solidFill>
                  <a:srgbClr val="2F3C7E"/>
                </a:solidFill>
              </a:rPr>
              <a:t>analyzes</a:t>
            </a:r>
            <a:r>
              <a:rPr lang="en-IN" sz="1100" dirty="0">
                <a:solidFill>
                  <a:srgbClr val="2F3C7E"/>
                </a:solidFill>
              </a:rPr>
              <a:t> user preferences and matches them with suitable hobbies. </a:t>
            </a: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your interests, skills, time and budget to suggest hobbies that fit you.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1097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23360" y="1417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14" name="Shape 10"/>
          <p:cNvSpPr/>
          <p:nvPr/>
        </p:nvSpPr>
        <p:spPr>
          <a:xfrm>
            <a:off x="4160520" y="1668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0" y="17830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explore hobbies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92240" y="1417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629400" y="1668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0" y="17830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2376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023360" y="2560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22" name="Shape 16"/>
          <p:cNvSpPr/>
          <p:nvPr/>
        </p:nvSpPr>
        <p:spPr>
          <a:xfrm>
            <a:off x="4160520" y="2811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4820" y="292608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54880" y="2651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interests and preferences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492240" y="2560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26" name="Shape 19"/>
          <p:cNvSpPr/>
          <p:nvPr/>
        </p:nvSpPr>
        <p:spPr>
          <a:xfrm>
            <a:off x="6629400" y="2811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29260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2651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difficulty, time, cost and materials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023360" y="3703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30" name="Shape 22"/>
          <p:cNvSpPr/>
          <p:nvPr/>
        </p:nvSpPr>
        <p:spPr>
          <a:xfrm>
            <a:off x="4160520" y="3954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4820" y="40690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754880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time productively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492240" y="370332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3F4FB"/>
          </a:solidFill>
          <a:ln/>
        </p:spPr>
      </p:sp>
      <p:sp>
        <p:nvSpPr>
          <p:cNvPr id="34" name="Shape 25"/>
          <p:cNvSpPr/>
          <p:nvPr/>
        </p:nvSpPr>
        <p:spPr>
          <a:xfrm>
            <a:off x="6629400" y="39547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700" y="4069080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23760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attractive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98545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436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-90807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60651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+ API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2820924"/>
            <a:ext cx="256032" cy="2560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33756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17" name="Shape 14"/>
          <p:cNvSpPr/>
          <p:nvPr/>
        </p:nvSpPr>
        <p:spPr>
          <a:xfrm>
            <a:off x="352044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240627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724292" y="20222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9476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libraries:</a:t>
            </a:r>
            <a:endParaRPr lang="en-US" sz="14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820924"/>
            <a:ext cx="256032" cy="256032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21792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30" name="Shape 26"/>
          <p:cNvSpPr/>
          <p:nvPr/>
        </p:nvSpPr>
        <p:spPr>
          <a:xfrm>
            <a:off x="640080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4008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69494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774F1405-807F-FAC2-C98F-BB42A73CACB0}"/>
              </a:ext>
            </a:extLst>
          </p:cNvPr>
          <p:cNvSpPr txBox="1"/>
          <p:nvPr/>
        </p:nvSpPr>
        <p:spPr>
          <a:xfrm>
            <a:off x="923544" y="202222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used:</a:t>
            </a:r>
            <a:endParaRPr lang="en-US" sz="14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124F2165-15E9-0B9B-82A7-520B03D0CC18}"/>
              </a:ext>
            </a:extLst>
          </p:cNvPr>
          <p:cNvSpPr txBox="1"/>
          <p:nvPr/>
        </p:nvSpPr>
        <p:spPr>
          <a:xfrm>
            <a:off x="3794760" y="202222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used:</a:t>
            </a:r>
            <a:endParaRPr lang="en-US" sz="14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E941E30F-5684-8651-C563-470846489C51}"/>
              </a:ext>
            </a:extLst>
          </p:cNvPr>
          <p:cNvSpPr txBox="1"/>
          <p:nvPr/>
        </p:nvSpPr>
        <p:spPr>
          <a:xfrm>
            <a:off x="4069080" y="3460651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42BBE-B165-3E62-D7F7-521B73D9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B4CAE0-DB4B-23EF-C102-E337621EE8C9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Flow/Architecture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B7C027-5DE5-9C54-DD55-AEC8B224DEBE}"/>
              </a:ext>
            </a:extLst>
          </p:cNvPr>
          <p:cNvSpPr/>
          <p:nvPr/>
        </p:nvSpPr>
        <p:spPr>
          <a:xfrm>
            <a:off x="45720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164989-8C15-4718-3CEA-30A2431F41FD}"/>
              </a:ext>
            </a:extLst>
          </p:cNvPr>
          <p:cNvSpPr/>
          <p:nvPr/>
        </p:nvSpPr>
        <p:spPr>
          <a:xfrm>
            <a:off x="64008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443721-35C5-D042-0D17-103D01FCDB92}"/>
              </a:ext>
            </a:extLst>
          </p:cNvPr>
          <p:cNvSpPr txBox="1"/>
          <p:nvPr/>
        </p:nvSpPr>
        <p:spPr>
          <a:xfrm>
            <a:off x="6400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172322-18DD-9D03-7FBD-7A212763F447}"/>
              </a:ext>
            </a:extLst>
          </p:cNvPr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874A67-6724-D241-5B62-B9CFE4DB503D}"/>
              </a:ext>
            </a:extLst>
          </p:cNvPr>
          <p:cNvSpPr txBox="1"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E89E2D-900C-0BA7-4A09-D75228721586}"/>
              </a:ext>
            </a:extLst>
          </p:cNvPr>
          <p:cNvSpPr txBox="1"/>
          <p:nvPr/>
        </p:nvSpPr>
        <p:spPr>
          <a:xfrm>
            <a:off x="118872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E824A32-2835-DBB0-DD24-251C1192FB64}"/>
              </a:ext>
            </a:extLst>
          </p:cNvPr>
          <p:cNvSpPr/>
          <p:nvPr/>
        </p:nvSpPr>
        <p:spPr>
          <a:xfrm>
            <a:off x="640080" y="309981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A1BB29-B959-5F06-F0F5-0BED112B60DE}"/>
              </a:ext>
            </a:extLst>
          </p:cNvPr>
          <p:cNvSpPr txBox="1"/>
          <p:nvPr/>
        </p:nvSpPr>
        <p:spPr>
          <a:xfrm>
            <a:off x="64008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E833E6-9770-2450-C977-0F15F9F57741}"/>
              </a:ext>
            </a:extLst>
          </p:cNvPr>
          <p:cNvSpPr txBox="1"/>
          <p:nvPr/>
        </p:nvSpPr>
        <p:spPr>
          <a:xfrm>
            <a:off x="118872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personal preferences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81A1EC3-09FB-EBD4-A2BC-6EA2F1AAF13C}"/>
              </a:ext>
            </a:extLst>
          </p:cNvPr>
          <p:cNvSpPr/>
          <p:nvPr/>
        </p:nvSpPr>
        <p:spPr>
          <a:xfrm>
            <a:off x="640080" y="38770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57EAC52-7E50-0DEC-BEDC-5327523F1549}"/>
              </a:ext>
            </a:extLst>
          </p:cNvPr>
          <p:cNvSpPr txBox="1"/>
          <p:nvPr/>
        </p:nvSpPr>
        <p:spPr>
          <a:xfrm>
            <a:off x="6400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BBC432-C715-627F-4220-54AD2917CC7C}"/>
              </a:ext>
            </a:extLst>
          </p:cNvPr>
          <p:cNvSpPr txBox="1"/>
          <p:nvPr/>
        </p:nvSpPr>
        <p:spPr>
          <a:xfrm>
            <a:off x="118872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hobby questionnaire</a:t>
            </a:r>
            <a:endParaRPr lang="en-US" sz="14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E8904C0F-A93F-1081-DBFB-9122E431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2820924"/>
            <a:ext cx="256032" cy="256032"/>
          </a:xfrm>
          <a:prstGeom prst="rect">
            <a:avLst/>
          </a:prstGeom>
        </p:spPr>
      </p:pic>
      <p:sp>
        <p:nvSpPr>
          <p:cNvPr id="16" name="Shape 13">
            <a:extLst>
              <a:ext uri="{FF2B5EF4-FFF2-40B4-BE49-F238E27FC236}">
                <a16:creationId xmlns:a16="http://schemas.microsoft.com/office/drawing/2014/main" id="{12B0E6E1-C599-A567-6A60-6E5E06FFC22B}"/>
              </a:ext>
            </a:extLst>
          </p:cNvPr>
          <p:cNvSpPr/>
          <p:nvPr/>
        </p:nvSpPr>
        <p:spPr>
          <a:xfrm>
            <a:off x="333756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A6BCD4D-B4C6-EAD9-27D5-BB0F6B5D8386}"/>
              </a:ext>
            </a:extLst>
          </p:cNvPr>
          <p:cNvSpPr/>
          <p:nvPr/>
        </p:nvSpPr>
        <p:spPr>
          <a:xfrm>
            <a:off x="352044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324254A-3BEE-BA63-23CA-A9A2D97FCE94}"/>
              </a:ext>
            </a:extLst>
          </p:cNvPr>
          <p:cNvSpPr txBox="1"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</a:t>
            </a:r>
            <a:endParaRPr lang="en-US" sz="16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D1AB6A3-E937-6224-A270-E7E298F737A7}"/>
              </a:ext>
            </a:extLst>
          </p:cNvPr>
          <p:cNvSpPr/>
          <p:nvPr/>
        </p:nvSpPr>
        <p:spPr>
          <a:xfrm>
            <a:off x="3520440" y="23225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A03F0A-EFFE-44E5-3816-C7D7D4435388}"/>
              </a:ext>
            </a:extLst>
          </p:cNvPr>
          <p:cNvSpPr txBox="1"/>
          <p:nvPr/>
        </p:nvSpPr>
        <p:spPr>
          <a:xfrm>
            <a:off x="35204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7D6FDB5-F8B8-0DC4-5A61-22B641A8FDEC}"/>
              </a:ext>
            </a:extLst>
          </p:cNvPr>
          <p:cNvSpPr txBox="1"/>
          <p:nvPr/>
        </p:nvSpPr>
        <p:spPr>
          <a:xfrm>
            <a:off x="406908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matching algorithm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E4DCF18-EDDE-65E4-F2F5-46BDD2FD7C73}"/>
              </a:ext>
            </a:extLst>
          </p:cNvPr>
          <p:cNvSpPr/>
          <p:nvPr/>
        </p:nvSpPr>
        <p:spPr>
          <a:xfrm>
            <a:off x="3520440" y="309981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8A6C68A-23FB-3FA7-2798-05BF25068339}"/>
              </a:ext>
            </a:extLst>
          </p:cNvPr>
          <p:cNvSpPr txBox="1"/>
          <p:nvPr/>
        </p:nvSpPr>
        <p:spPr>
          <a:xfrm>
            <a:off x="35204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B800395-F548-6B8B-DEC0-8A5A7FB01FB7}"/>
              </a:ext>
            </a:extLst>
          </p:cNvPr>
          <p:cNvSpPr txBox="1"/>
          <p:nvPr/>
        </p:nvSpPr>
        <p:spPr>
          <a:xfrm>
            <a:off x="40690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match score</a:t>
            </a:r>
            <a:endParaRPr lang="en-US" sz="14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F4737F8-80AC-69B2-436F-0C0B142B0AB2}"/>
              </a:ext>
            </a:extLst>
          </p:cNvPr>
          <p:cNvSpPr/>
          <p:nvPr/>
        </p:nvSpPr>
        <p:spPr>
          <a:xfrm>
            <a:off x="3520440" y="38770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CD5226E-E768-73A6-81A9-A6FA5FF56186}"/>
              </a:ext>
            </a:extLst>
          </p:cNvPr>
          <p:cNvSpPr txBox="1"/>
          <p:nvPr/>
        </p:nvSpPr>
        <p:spPr>
          <a:xfrm>
            <a:off x="35204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0C1B874-B60F-F9AD-3A9A-A20A070BA554}"/>
              </a:ext>
            </a:extLst>
          </p:cNvPr>
          <p:cNvSpPr txBox="1"/>
          <p:nvPr/>
        </p:nvSpPr>
        <p:spPr>
          <a:xfrm>
            <a:off x="406908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recommended hobbies</a:t>
            </a:r>
            <a:endParaRPr lang="en-US" sz="14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4DA1A826-2225-8023-4C56-4A5468E5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820924"/>
            <a:ext cx="256032" cy="256032"/>
          </a:xfrm>
          <a:prstGeom prst="rect">
            <a:avLst/>
          </a:prstGeom>
        </p:spPr>
      </p:pic>
      <p:sp>
        <p:nvSpPr>
          <p:cNvPr id="29" name="Shape 25">
            <a:extLst>
              <a:ext uri="{FF2B5EF4-FFF2-40B4-BE49-F238E27FC236}">
                <a16:creationId xmlns:a16="http://schemas.microsoft.com/office/drawing/2014/main" id="{DB94EC33-0CE4-7B7F-D828-631BB34DDB15}"/>
              </a:ext>
            </a:extLst>
          </p:cNvPr>
          <p:cNvSpPr/>
          <p:nvPr/>
        </p:nvSpPr>
        <p:spPr>
          <a:xfrm>
            <a:off x="6217920" y="1280160"/>
            <a:ext cx="2468880" cy="3337560"/>
          </a:xfrm>
          <a:prstGeom prst="roundRect">
            <a:avLst>
              <a:gd name="adj" fmla="val 4444"/>
            </a:avLst>
          </a:prstGeom>
          <a:solidFill>
            <a:srgbClr val="F3F4FB"/>
          </a:solidFill>
          <a:ln/>
        </p:spPr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47126B1C-D216-F62A-3033-026CF945107D}"/>
              </a:ext>
            </a:extLst>
          </p:cNvPr>
          <p:cNvSpPr/>
          <p:nvPr/>
        </p:nvSpPr>
        <p:spPr>
          <a:xfrm>
            <a:off x="6400800" y="1463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C50DBAC-C401-2B76-ED4D-237E40580E56}"/>
              </a:ext>
            </a:extLst>
          </p:cNvPr>
          <p:cNvSpPr txBox="1"/>
          <p:nvPr/>
        </p:nvSpPr>
        <p:spPr>
          <a:xfrm>
            <a:off x="64008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B88BECC9-5B36-0866-A072-B6D44D232EAF}"/>
              </a:ext>
            </a:extLst>
          </p:cNvPr>
          <p:cNvSpPr/>
          <p:nvPr/>
        </p:nvSpPr>
        <p:spPr>
          <a:xfrm>
            <a:off x="6400800" y="23225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3CC72687-E846-579F-9941-2AE70545D7BF}"/>
              </a:ext>
            </a:extLst>
          </p:cNvPr>
          <p:cNvSpPr txBox="1"/>
          <p:nvPr/>
        </p:nvSpPr>
        <p:spPr>
          <a:xfrm>
            <a:off x="64008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C7AB458-BBC3-415D-B9BF-D4A327FA921E}"/>
              </a:ext>
            </a:extLst>
          </p:cNvPr>
          <p:cNvSpPr txBox="1"/>
          <p:nvPr/>
        </p:nvSpPr>
        <p:spPr>
          <a:xfrm>
            <a:off x="69494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hobby details</a:t>
            </a:r>
            <a:endParaRPr lang="en-US" sz="140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221522FB-331A-4B27-F10D-9466F475A263}"/>
              </a:ext>
            </a:extLst>
          </p:cNvPr>
          <p:cNvSpPr/>
          <p:nvPr/>
        </p:nvSpPr>
        <p:spPr>
          <a:xfrm>
            <a:off x="6400800" y="309981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65B0DF4E-936D-E892-7AB4-640A47139B67}"/>
              </a:ext>
            </a:extLst>
          </p:cNvPr>
          <p:cNvSpPr txBox="1"/>
          <p:nvPr/>
        </p:nvSpPr>
        <p:spPr>
          <a:xfrm>
            <a:off x="64008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123FEFB2-87BE-B620-1202-E12502094633}"/>
              </a:ext>
            </a:extLst>
          </p:cNvPr>
          <p:cNvSpPr txBox="1"/>
          <p:nvPr/>
        </p:nvSpPr>
        <p:spPr>
          <a:xfrm>
            <a:off x="69494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favorites</a:t>
            </a:r>
            <a:endParaRPr lang="en-US" sz="14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FD4E9ED9-8BFF-E711-BEA8-CDA029580F7D}"/>
              </a:ext>
            </a:extLst>
          </p:cNvPr>
          <p:cNvSpPr/>
          <p:nvPr/>
        </p:nvSpPr>
        <p:spPr>
          <a:xfrm>
            <a:off x="6400800" y="38770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068CCAE5-F05E-7EDC-2E83-E8EAE39E5451}"/>
              </a:ext>
            </a:extLst>
          </p:cNvPr>
          <p:cNvSpPr txBox="1"/>
          <p:nvPr/>
        </p:nvSpPr>
        <p:spPr>
          <a:xfrm>
            <a:off x="64008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AB7E18E5-CC2A-7DCB-5BDB-FD37216F657F}"/>
              </a:ext>
            </a:extLst>
          </p:cNvPr>
          <p:cNvSpPr txBox="1"/>
          <p:nvPr/>
        </p:nvSpPr>
        <p:spPr>
          <a:xfrm>
            <a:off x="694944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explore the hobby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200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355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&amp; Scores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you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or outdoor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 available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group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you enjoy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843784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128016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3F4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634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score</a:t>
            </a:r>
            <a:endParaRPr lang="en-US" sz="2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0" y="1965960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6634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match percentages shown to the user</a:t>
            </a:r>
            <a:endParaRPr lang="en-US" sz="12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EB5BD019-9F9B-3827-7FE7-4F10D0FBDC92}"/>
              </a:ext>
            </a:extLst>
          </p:cNvPr>
          <p:cNvSpPr txBox="1"/>
          <p:nvPr/>
        </p:nvSpPr>
        <p:spPr>
          <a:xfrm>
            <a:off x="457200" y="147887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</a:t>
            </a:r>
            <a:r>
              <a:rPr lang="en-US" sz="3600" b="1" dirty="0" err="1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Impletation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611945" y="1210525"/>
            <a:ext cx="39319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3" y="162763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24593" y="15910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hobbies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3" y="20299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24593" y="19933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hobby information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3" y="2432304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24593" y="2395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hobbies</a:t>
            </a:r>
            <a:endParaRPr lang="en-US" sz="14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3" y="2834640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24593" y="2798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4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3" y="3236976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24593" y="32004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basic system statistics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people spend their free time productively.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and log in securely.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90800" y="12344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9" name="Shape 6"/>
          <p:cNvSpPr/>
          <p:nvPr/>
        </p:nvSpPr>
        <p:spPr>
          <a:xfrm>
            <a:off x="272796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26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279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2796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budget, free time, indoor or outdoor, solo or group.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24400" y="12344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14" name="Shape 10"/>
          <p:cNvSpPr/>
          <p:nvPr/>
        </p:nvSpPr>
        <p:spPr>
          <a:xfrm>
            <a:off x="486156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86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615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6156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suitable hobbies from your answers.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858000" y="12344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99516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46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cost, difficulty, time and more.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0632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24" name="Shape 18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3147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Details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4023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equipment, cost, time and beginner tips.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90800" y="30632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29" name="Shape 22"/>
          <p:cNvSpPr/>
          <p:nvPr/>
        </p:nvSpPr>
        <p:spPr>
          <a:xfrm>
            <a:off x="272796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260" y="33147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279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727960" y="4023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hobbies you like and view them later.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724400" y="30632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34" name="Shape 26"/>
          <p:cNvSpPr/>
          <p:nvPr/>
        </p:nvSpPr>
        <p:spPr>
          <a:xfrm>
            <a:off x="486156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5860" y="331470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615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61560" y="4023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percentage for every recommended hobby.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858000" y="306324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4FB"/>
          </a:solidFill>
          <a:ln/>
        </p:spPr>
      </p:sp>
      <p:sp>
        <p:nvSpPr>
          <p:cNvPr id="39" name="Shape 30"/>
          <p:cNvSpPr/>
          <p:nvPr/>
        </p:nvSpPr>
        <p:spPr>
          <a:xfrm>
            <a:off x="699516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9460" y="331470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951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95160" y="4023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delete hobbies, manage users, view stats.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5"/>
          <p:cNvSpPr txBox="1"/>
          <p:nvPr/>
        </p:nvSpPr>
        <p:spPr>
          <a:xfrm>
            <a:off x="0" y="-11605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</a:rPr>
              <a:t>	Team Contributions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25086-28B7-BDCC-3D5E-9846E2F45096}"/>
              </a:ext>
            </a:extLst>
          </p:cNvPr>
          <p:cNvSpPr txBox="1"/>
          <p:nvPr/>
        </p:nvSpPr>
        <p:spPr>
          <a:xfrm>
            <a:off x="914400" y="981222"/>
            <a:ext cx="2118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9E795"/>
                </a:solidFill>
              </a:rPr>
              <a:t>Member 1 : Niyati (Backend &amp; API)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16D738-5D9A-B619-E13E-E5C03DD4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17" y="1627553"/>
            <a:ext cx="5802923" cy="3455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82C17-FCA0-A434-CF58-3C1BCA12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5">
            <a:extLst>
              <a:ext uri="{FF2B5EF4-FFF2-40B4-BE49-F238E27FC236}">
                <a16:creationId xmlns:a16="http://schemas.microsoft.com/office/drawing/2014/main" id="{69812899-9A01-DFA3-1CA7-E86F056EFB03}"/>
              </a:ext>
            </a:extLst>
          </p:cNvPr>
          <p:cNvSpPr txBox="1"/>
          <p:nvPr/>
        </p:nvSpPr>
        <p:spPr>
          <a:xfrm>
            <a:off x="0" y="-11605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</a:rPr>
              <a:t>	Team Contributions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7A013-1887-E281-A3E1-726B9B573474}"/>
              </a:ext>
            </a:extLst>
          </p:cNvPr>
          <p:cNvSpPr txBox="1"/>
          <p:nvPr/>
        </p:nvSpPr>
        <p:spPr>
          <a:xfrm>
            <a:off x="914400" y="981222"/>
            <a:ext cx="2118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9E795"/>
                </a:solidFill>
              </a:rPr>
              <a:t>Member 2 : Amrita (Frontend)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6B255-C0BD-D3FF-05F2-786E2693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541" y="1636490"/>
            <a:ext cx="6562825" cy="350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7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BA706-0BB3-4ECA-5DA0-B2126779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5">
            <a:extLst>
              <a:ext uri="{FF2B5EF4-FFF2-40B4-BE49-F238E27FC236}">
                <a16:creationId xmlns:a16="http://schemas.microsoft.com/office/drawing/2014/main" id="{A40A95D6-B141-BB11-B945-ECDCCA440284}"/>
              </a:ext>
            </a:extLst>
          </p:cNvPr>
          <p:cNvSpPr txBox="1"/>
          <p:nvPr/>
        </p:nvSpPr>
        <p:spPr>
          <a:xfrm>
            <a:off x="0" y="-11605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</a:rPr>
              <a:t>	Team Contributions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A0A71-E999-F133-ADBE-6C336967C583}"/>
              </a:ext>
            </a:extLst>
          </p:cNvPr>
          <p:cNvSpPr txBox="1"/>
          <p:nvPr/>
        </p:nvSpPr>
        <p:spPr>
          <a:xfrm>
            <a:off x="914400" y="981222"/>
            <a:ext cx="2118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9E795"/>
                </a:solidFill>
              </a:rPr>
              <a:t>Member 3 : Jatin (Database)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FCCAE-C7BA-9C37-E320-6E1839B4E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45" y="1627552"/>
            <a:ext cx="6288258" cy="353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7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3B3B4-C48A-577B-B6F1-E50F7E1F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7AC77F-5CF4-C990-AE60-2778B5A1B4A0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</a:rPr>
              <a:t>Project Link</a:t>
            </a:r>
            <a:endParaRPr lang="en-US" sz="3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66F6F0-ACBD-FFA1-E269-65D61E9EC11F}"/>
              </a:ext>
            </a:extLst>
          </p:cNvPr>
          <p:cNvSpPr txBox="1"/>
          <p:nvPr/>
        </p:nvSpPr>
        <p:spPr>
          <a:xfrm>
            <a:off x="344659" y="1334645"/>
            <a:ext cx="6119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link: </a:t>
            </a:r>
          </a:p>
          <a:p>
            <a:r>
              <a:rPr lang="en-IN" dirty="0"/>
              <a:t>https://github.com/Sniyati1/Hobby-Matchmaker-for-Aatmoday</a:t>
            </a:r>
          </a:p>
        </p:txBody>
      </p:sp>
    </p:spTree>
    <p:extLst>
      <p:ext uri="{BB962C8B-B14F-4D97-AF65-F5344CB8AC3E}">
        <p14:creationId xmlns:p14="http://schemas.microsoft.com/office/powerpoint/2010/main" val="103926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792A2-692B-224D-7C5A-EEA29B78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952A18-253B-2699-3C1D-31116AD876FA}"/>
              </a:ext>
            </a:extLst>
          </p:cNvPr>
          <p:cNvSpPr/>
          <p:nvPr/>
        </p:nvSpPr>
        <p:spPr>
          <a:xfrm>
            <a:off x="2514600" y="8686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84EB84E-5FE1-46DC-58F9-5C9352FFF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0" y="1028700"/>
            <a:ext cx="320040" cy="32004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D5FE166-C2AF-4F60-D016-87527E5C65FE}"/>
              </a:ext>
            </a:extLst>
          </p:cNvPr>
          <p:cNvSpPr/>
          <p:nvPr/>
        </p:nvSpPr>
        <p:spPr>
          <a:xfrm>
            <a:off x="3383280" y="86868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CF2285F-3CFD-B6CD-5F9E-5D5984808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028700"/>
            <a:ext cx="320040" cy="32004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5938550D-B95C-4144-609E-6EF9F2E92710}"/>
              </a:ext>
            </a:extLst>
          </p:cNvPr>
          <p:cNvSpPr/>
          <p:nvPr/>
        </p:nvSpPr>
        <p:spPr>
          <a:xfrm>
            <a:off x="4251960" y="868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6A535A20-FF4E-F5A1-E57C-20C95DD5D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028700"/>
            <a:ext cx="320040" cy="320040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69F4D226-71C0-3E0A-E91B-223E0C85C644}"/>
              </a:ext>
            </a:extLst>
          </p:cNvPr>
          <p:cNvSpPr/>
          <p:nvPr/>
        </p:nvSpPr>
        <p:spPr>
          <a:xfrm>
            <a:off x="5120640" y="8686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A50CB463-FC59-7244-6A57-434DE399A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660" y="1028700"/>
            <a:ext cx="320040" cy="320040"/>
          </a:xfrm>
          <a:prstGeom prst="rect">
            <a:avLst/>
          </a:prstGeom>
        </p:spPr>
      </p:pic>
      <p:sp>
        <p:nvSpPr>
          <p:cNvPr id="10" name="Shape 4">
            <a:extLst>
              <a:ext uri="{FF2B5EF4-FFF2-40B4-BE49-F238E27FC236}">
                <a16:creationId xmlns:a16="http://schemas.microsoft.com/office/drawing/2014/main" id="{988C92A4-5C76-CC1A-4C75-E4FBD2CA5AE4}"/>
              </a:ext>
            </a:extLst>
          </p:cNvPr>
          <p:cNvSpPr/>
          <p:nvPr/>
        </p:nvSpPr>
        <p:spPr>
          <a:xfrm>
            <a:off x="5989320" y="86868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CF945D8B-95C1-41A8-A0D2-86B456BBC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1028700"/>
            <a:ext cx="320040" cy="32004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47FDD51-EE73-810A-4BD8-EEFE260EC474}"/>
              </a:ext>
            </a:extLst>
          </p:cNvPr>
          <p:cNvSpPr txBox="1"/>
          <p:nvPr/>
        </p:nvSpPr>
        <p:spPr>
          <a:xfrm>
            <a:off x="45720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AB21518-2A73-CBD5-75F6-B56BC7E3A979}"/>
              </a:ext>
            </a:extLst>
          </p:cNvPr>
          <p:cNvSpPr txBox="1"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Matchmaker for Aatmoday</a:t>
            </a:r>
            <a:endParaRPr lang="en-US" sz="2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EB881AC-FF32-D20A-6851-CD515CEFE2ED}"/>
              </a:ext>
            </a:extLst>
          </p:cNvPr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 Bunnies  |  Bit N Build'26 Gujarat Round Hackathon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2343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722</Words>
  <Application>Microsoft Office PowerPoint</Application>
  <PresentationFormat>On-screen Show (16:9)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 Matchmaker</dc:title>
  <dc:subject>PptxGenJS Presentation</dc:subject>
  <dc:creator>PptxGenJS</dc:creator>
  <cp:lastModifiedBy>niyati sojitra</cp:lastModifiedBy>
  <cp:revision>2</cp:revision>
  <dcterms:created xsi:type="dcterms:W3CDTF">2026-09-19T15:02:21Z</dcterms:created>
  <dcterms:modified xsi:type="dcterms:W3CDTF">2026-09-20T12:26:50Z</dcterms:modified>
</cp:coreProperties>
</file>